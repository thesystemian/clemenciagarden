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53328" y="0"/>
            <a:ext cx="347472" cy="5143500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2743200" cy="256032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C8D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DOSSIER PARTENAIRE · BPREA · MARAICHAGE BIO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CLEMENCIA</a:t>
            </a:r>
            <a:endParaRPr lang="en-US" sz="62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GARDEN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Micro-ferme maraichere bio tropicale a Maurice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794760"/>
            <a:ext cx="5394960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886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Clemencia, Maurice   ·   1 Arpent (4 047 m2)   ·   Production bio phase 1 · Mai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41879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Porteurs : Kush  &amp;  Dax   ·   50 / 50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280160"/>
            <a:ext cx="2286000" cy="36576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17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terrain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709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expansion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103120"/>
            <a:ext cx="2286000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Arpent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2971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m2 Phase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 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ce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agri-alimentaire mauricien · Sources : Budget 2025-26, FAREI, OMC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279806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97280"/>
            <a:ext cx="2798064" cy="8229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3444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5C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~80 %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92608" y="1883664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aliments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consommes importes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2395728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2025-26, Maurice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0"/>
            <a:ext cx="279806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97280"/>
            <a:ext cx="2798064" cy="8229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23444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800 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273552" y="1883664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alloues au secteur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agricole 2025-26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2395728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National, juin 2025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63056" y="1097280"/>
            <a:ext cx="279806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97280"/>
            <a:ext cx="2798064" cy="82296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23444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460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2 %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54496" y="1883664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PIB vient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l'agriculture locale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2395728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Mauritius 2024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" y="2852928"/>
            <a:ext cx="8741664" cy="1965960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944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ce projet construit concretement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7472" y="3346704"/>
            <a:ext cx="91440" cy="228600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2841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maraichere locale bio intensive sur 1 arpent a Clemencia — preuve terrain, pas un concept.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" y="3803904"/>
            <a:ext cx="91440" cy="228600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8561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reproductible sur petite surface, documente, traçable, presentable a un partenaire ou a une institution.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" y="4261104"/>
            <a:ext cx="91440" cy="228600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4281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sobre : sol vivant, eau maitrisee, cycles courts, zero intrant chimique.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site — Clemencia, Maurice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reel, coordonnees GPS, caracteristiques agronomiques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3977640" cy="3749040"/>
          </a:xfrm>
          <a:prstGeom prst="rect">
            <a:avLst/>
          </a:prstGeom>
          <a:solidFill>
            <a:srgbClr val="EAF2E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3977640" cy="402336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155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 CLEMENCIA, MAURITIUS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deg 15'50.64"S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" y="2066544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deg 42'47.64"E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72768" y="2651760"/>
            <a:ext cx="749808" cy="749808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715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048" y="34930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CLEMENCIA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79476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: 96,28 m   Zone : Sud de Maurice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" y="4133088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Google Maps / relevé terrain Kush, 2026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70832" y="1115568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0832" y="1115568"/>
            <a:ext cx="82296" cy="402336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totale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82512" y="117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arpent = 4 047 m2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70832" y="1581912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1581912"/>
            <a:ext cx="82296" cy="40233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636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planches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82512" y="16367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m2  (12 planches 20m x 0,8m)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70832" y="2048256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70832" y="2048256"/>
            <a:ext cx="82296" cy="402336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Topographie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82512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plat — erosion faible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70832" y="2514600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70832" y="2514600"/>
            <a:ext cx="82296" cy="402336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2569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 eau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82512" y="25694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 CWA + recuperation pluie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70832" y="2980944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2980944"/>
            <a:ext cx="82296" cy="40233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Ensoleillement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82512" y="30358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 (7-9 h/j hors cyclone)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70832" y="3447288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70832" y="3447288"/>
            <a:ext cx="82296" cy="402336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3502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(estime)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82512" y="3502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Argilo-limoneux volcanique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70832" y="3913632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70832" y="3913632"/>
            <a:ext cx="82296" cy="40233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3968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82512" y="39684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Chaud-humide tropical  ~2 200 mm/an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70832" y="4379976"/>
            <a:ext cx="45537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70832" y="4379976"/>
            <a:ext cx="82296" cy="40233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82512" y="4434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Alizés SE dominants (saison sèche)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systeme de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Planches permanentes · SPIN Farming adapte au tropical · Bio strict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8741664" cy="502920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15568"/>
            <a:ext cx="85587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 d'abord. Eau maitrisee. Cycles courts. Zero sol nu."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719072"/>
            <a:ext cx="2103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719072"/>
            <a:ext cx="2103120" cy="548640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7373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" y="17830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vivant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" y="23317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Compost maison continu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" y="27889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Engrais verts entre cycles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" y="32461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BRF et matiere organique locale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" y="37033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Aucun labour profond — sol structure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461772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standard SPIN farming + FAREI Mauritius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395728" y="1719072"/>
            <a:ext cx="2103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95728" y="1719072"/>
            <a:ext cx="2103120" cy="548640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17373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871216" y="17830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Eau maitrisee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05456" y="23317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Goutte-a-goutte sur chaque planche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05456" y="27889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Paillage epais (−50-60 % evaporation)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05456" y="32461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Citerne + recuperation eau de pluie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05456" y="37033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Agent IA alerte stress hydrique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461772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Irrigation Guidelines + CWA Maurice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90288" y="1719072"/>
            <a:ext cx="2103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0288" y="1719072"/>
            <a:ext cx="2103120" cy="548640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7373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065776" y="17830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Cycles courts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0016" y="23317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- 25 a 60 jours par cycle selon culture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0016" y="27889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 a 5 rotations / an / planche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016" y="32461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Recolte echelonnee chaque semaine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0016" y="37033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Replantation immediate apres recolte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61772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FAREI crop guide / SPIN Farming Canada (adapte)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784848" y="1719072"/>
            <a:ext cx="2103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84848" y="1719072"/>
            <a:ext cx="2103120" cy="54864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17373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260336" y="17830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Traçabilite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94576" y="23317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Journal cultural numerique quotidien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94576" y="27889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Photos parcelles + incidents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4576" y="32461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CSV : semis / recoltes / ventes / couts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94576" y="3703320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Conforme Bio-Farming Scheme (MAIF)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461772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MAIF Bio-Farming Scheme Mauritius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Cultures retenues — Phase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adaptee au climat mauricien · Sources FAREI 2024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78992"/>
          <a:ext cx="8741664" cy="3730752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1097280"/>
                <a:gridCol w="1005840"/>
                <a:gridCol w="1051560"/>
                <a:gridCol w="2148840"/>
              </a:tblGrid>
              <a:tr h="373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Culture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C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Cycle (j)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Saison optimale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C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Marche local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C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Prix moy. (Rs/kg)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Observation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C34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Bredes / Amarante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 l'annee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locomotive, cycle ultra-court, adaptee chaleur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 humide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80-120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demande restaurants / hotels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Coriandre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 (Jui-Sep)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 en bottes, rotation rapide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Ciboule / Oi. vert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 l'annee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55-80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 regularity de vente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rapide, utile en interculture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Laitue tropicalisee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Restaurants, circuits courts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 choi / Petsai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 resistance, facile en rotation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Haricot nain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Fixateur azote, ameliore rotation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Concombre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potentiel marche local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4846320"/>
            <a:ext cx="8741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FAREI Crop Calendar Mauritius · prix estimes marche local Mahebourg / Port-Louis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Previsionnel economique — Phase 1 (An 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prudentes · 1 EUR = 54,18 MUR · Surface : 192 m2 actifs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de demarrage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" y="1481328"/>
            <a:ext cx="201168" cy="292608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goutte-a-goutte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527048"/>
            <a:ext cx="146304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527048"/>
            <a:ext cx="380390" cy="201168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4813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18,000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1956816"/>
            <a:ext cx="201168" cy="2926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5681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Outillage maraichage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002536"/>
            <a:ext cx="146304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002536"/>
            <a:ext cx="321869" cy="20116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9568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2432304"/>
            <a:ext cx="201168" cy="292608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43230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Amendements sol / compost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2478024"/>
            <a:ext cx="146304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478024"/>
            <a:ext cx="263347" cy="201168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4323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12,000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2907792"/>
            <a:ext cx="201168" cy="29260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0779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Paillage &amp; filets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2953512"/>
            <a:ext cx="146304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2953512"/>
            <a:ext cx="175565" cy="20116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907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3383280"/>
            <a:ext cx="201168" cy="29260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3832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Semences bio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3429000"/>
            <a:ext cx="146304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429000"/>
            <a:ext cx="131674" cy="20116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832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6,000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" y="3858768"/>
            <a:ext cx="201168" cy="29260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85876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Imprevu &amp; mise en route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0" y="3904488"/>
            <a:ext cx="146304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904488"/>
            <a:ext cx="190195" cy="2011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38587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9,000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" y="4370832"/>
            <a:ext cx="4956048" cy="36576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" y="4443984"/>
            <a:ext cx="4956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: Rs 68 000   (~1 255 EUR)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394960" y="1078992"/>
            <a:ext cx="36576" cy="3749040"/>
          </a:xfrm>
          <a:prstGeom prst="rect">
            <a:avLst/>
          </a:prstGeom>
          <a:solidFill>
            <a:srgbClr val="C8DFC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1078992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Previsionnel An 1  (2 scenarios)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577840" y="1508760"/>
            <a:ext cx="33649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77840" y="1508760"/>
            <a:ext cx="3364992" cy="347472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7568" y="156362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prudent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87568" y="192938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87568" y="2130552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280k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87568" y="247802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~5168E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10528" y="192938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10528" y="2130552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192k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10528" y="247802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~3544E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33488" y="192938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net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33488" y="2130552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88k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333488" y="247802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~1624E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156448" y="192938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porteur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56448" y="2130552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44k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156448" y="247802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~812E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87568" y="2651760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cultures · vente locale directe · sans digital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577840" y="2990088"/>
            <a:ext cx="33649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577840" y="2990088"/>
            <a:ext cx="3364992" cy="347472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87568" y="304495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principal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687568" y="341071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687568" y="36118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445k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687568" y="395935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~8213E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510528" y="341071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10528" y="36118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288k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510528" y="395935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~5316E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333488" y="341071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net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333488" y="36118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157k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333488" y="395935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~2898E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156448" y="341071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porteur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156448" y="36118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79k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156448" y="395935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~1449E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687568" y="4133088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cultures · paniers + resto + digital debutant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577840" y="464515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mensuelles fixes : Rs 24 000/mois (eau, intrants, transport, emballage)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Feuille de route — 4 phases sur 36 mois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terrain d'abord · montee en charge progressive · couche numerique apres 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691640"/>
            <a:ext cx="8741664" cy="45720"/>
          </a:xfrm>
          <a:prstGeom prst="rect">
            <a:avLst/>
          </a:prstGeom>
          <a:solidFill>
            <a:srgbClr val="C8DFC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36192"/>
            <a:ext cx="310896" cy="310896"/>
          </a:xfrm>
          <a:prstGeom prst="ellipse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1435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- Juil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" y="1901952"/>
            <a:ext cx="2121408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901952"/>
            <a:ext cx="2121408" cy="512064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9202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198424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EN ROUTE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" y="248716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Formaliser accord gouvernance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29077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Preparer 6 premieres planches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" y="332841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Demarrer 4 cultures pilotes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" y="374904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Installer irrigation + paillage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" y="416966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Journal cultural quotidien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2608" y="45902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Tester 2 debouches prioritaires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36976" y="1536192"/>
            <a:ext cx="310896" cy="310896"/>
          </a:xfrm>
          <a:prstGeom prst="ellipse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9736" y="1435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 - Nov 2026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14016" y="1901952"/>
            <a:ext cx="2121408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14016" y="1901952"/>
            <a:ext cx="2121408" cy="512064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19202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871216" y="198424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PREUVE DE VENTE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05456" y="248716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Ouvrir 6 planches supplementaires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05456" y="29077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Premieres livraisons regulieres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05456" y="332841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Mesurer rendements et marges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05456" y="374904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Ajuster plan cultural si besoin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05456" y="416966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Lancer agent IA meteorologique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05456" y="45902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Premiers contenus VizuSeed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9824" y="1536192"/>
            <a:ext cx="310896" cy="310896"/>
          </a:xfrm>
          <a:prstGeom prst="ellipse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1435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26 - Mar 2027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26864" y="1901952"/>
            <a:ext cx="2121408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26864" y="1901952"/>
            <a:ext cx="2121408" cy="512064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19202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084064" y="198424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18304" y="248716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Formaliser offre commerciale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18304" y="29077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Agents IA 2 &amp; 3 operationnels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18304" y="332841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Clarifier cadre reglementaire semences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18304" y="374904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Dossier micro-financement ou appui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18304" y="416966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Contenus reguliers documentes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18304" y="45902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Identifier partenaires institutionnels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662672" y="1536192"/>
            <a:ext cx="310896" cy="310896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85432" y="1435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2027  et au-dela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39712" y="1901952"/>
            <a:ext cx="2121408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39712" y="1901952"/>
            <a:ext cx="2121408" cy="512064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31152" y="19202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296912" y="198424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DEPLOIEMENT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31152" y="248716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Extension surface (~500 m2)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31152" y="29077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Partenariats institutionnels signes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31152" y="332841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Seed Library structuree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31152" y="374904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Visites / formation / pedagogie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31152" y="416966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Consolider modele financier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31152" y="45902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Presentation resultats reels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01168" y="4828032"/>
            <a:ext cx="8741664" cy="246888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" y="4846320"/>
            <a:ext cx="855878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donner les chiffres reels a chaque phase, pas des projections. Pas de promesse sans preuve terrain.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Ferme 3.0 — couche numerique frugale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legere au service de la decision terrain · pas une promesse tech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8741664" cy="457200"/>
          </a:xfrm>
          <a:prstGeom prst="rect">
            <a:avLst/>
          </a:prstGeom>
          <a:solidFill>
            <a:srgbClr val="141E14"/>
          </a:solidFill>
          <a:ln w="12700">
            <a:solidFill>
              <a:srgbClr val="141E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33856"/>
            <a:ext cx="8558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 &gt;  Eau  &gt;  Cultures  &gt;  Donnees  &gt;  Agents IA  &gt;  Decisions concretes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719072"/>
            <a:ext cx="8741664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719072"/>
            <a:ext cx="621792" cy="896112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965960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17830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60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Sentinelle Eau-Climat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139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 : Meteo MMS Maurice · bulletins agroclimatiques · observations terrain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901952"/>
            <a:ext cx="36576" cy="530352"/>
          </a:xfrm>
          <a:prstGeom prst="rect">
            <a:avLst/>
          </a:prstGeom>
          <a:solidFill>
            <a:srgbClr val="C8DFC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81051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Briefing matin · alertes irrigation · creneaux semis / recolte · risque cyclone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03920" y="1719072"/>
            <a:ext cx="438912" cy="896112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0116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" y="2706624"/>
            <a:ext cx="8741664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706624"/>
            <a:ext cx="621792" cy="8961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" y="2953512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" y="27706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Veille Geopoagri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127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 : Budget national · pages MAIF · schema Bio-Farming · EDB Maurice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9504"/>
            <a:ext cx="36576" cy="530352"/>
          </a:xfrm>
          <a:prstGeom prst="rect">
            <a:avLst/>
          </a:prstGeom>
          <a:solidFill>
            <a:srgbClr val="C8DFC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798064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Aides disponibles · appels a projets · echeances reglementaires · cadre semences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2706624"/>
            <a:ext cx="438912" cy="8961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29992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Hebdomadaire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1168" y="3694176"/>
            <a:ext cx="8741664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3694176"/>
            <a:ext cx="621792" cy="89611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" y="3941064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" y="37581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Copilote d'Exploitation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 : Semis · recoltes · ventes · couts · incidents · temps de travail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877056"/>
            <a:ext cx="36576" cy="530352"/>
          </a:xfrm>
          <a:prstGeom prst="rect">
            <a:avLst/>
          </a:prstGeom>
          <a:solidFill>
            <a:srgbClr val="C8DFC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3785616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Marge par culture · anomalies rendement · priorites du jour · rapport partenaire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3694176"/>
            <a:ext cx="438912" cy="89611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398678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Hebdomadaire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01168" y="4690872"/>
            <a:ext cx="8741664" cy="338328"/>
          </a:xfrm>
          <a:prstGeom prst="rect">
            <a:avLst/>
          </a:prstGeom>
          <a:solidFill>
            <a:srgbClr val="EAF2E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92608" y="4727448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Bash · Git · CSV / Markdown · API LLM legere · Cron     Cout estime : &lt; 15 EUR / mois     Donnees privees hors cloud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18872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Partenaires &amp; appuis recherches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667512"/>
            <a:ext cx="1005840" cy="32004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22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offrons · Ce que nous demandons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4160520" cy="411480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15568"/>
            <a:ext cx="3977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Clemencia Garden apporte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572768"/>
            <a:ext cx="82296" cy="38404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910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Terrain reel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77393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Propriete Kush — pas un concept, un actif physique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075688"/>
            <a:ext cx="82296" cy="38404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9397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Traçabilite bio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27685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cultural numerique, photos, donnees semis / recoltes / couts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578608"/>
            <a:ext cx="82296" cy="38404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5968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Expertise complementaire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77977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BPREA + experience agri terrain (Kush) / dataviz + IA (Dax)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3081528"/>
            <a:ext cx="82296" cy="38404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0998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Narration documentee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328269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VizuSeed (Instagram, YouTube, Patreon) — audience naissante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3584448"/>
            <a:ext cx="82296" cy="38404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60273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duplicable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378561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 documentee, chiffree, reproductible sur 1 arpent a Maurice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1168" y="4087368"/>
            <a:ext cx="82296" cy="384048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1056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Unicite locale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428853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combinaison terrain/agri/IA/documentation de l'Ocean Indien francophone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90288" y="1078992"/>
            <a:ext cx="36576" cy="3840480"/>
          </a:xfrm>
          <a:prstGeom prst="rect">
            <a:avLst/>
          </a:prstGeom>
          <a:solidFill>
            <a:srgbClr val="C8DFC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1078992"/>
            <a:ext cx="4206240" cy="411480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115568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nous recherchons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36592" y="1572768"/>
            <a:ext cx="4206240" cy="237744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591056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1847088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Micro-credit demarrage (Rs 50-100k)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029968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Schema SME Mauritius / DBM agri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2212848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Fondation resilience alimentaire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36592" y="2414016"/>
            <a:ext cx="4206240" cy="237744"/>
          </a:xfrm>
          <a:prstGeom prst="rect">
            <a:avLst/>
          </a:prstGeom>
          <a:solidFill>
            <a:srgbClr val="546074"/>
          </a:solidFill>
          <a:ln w="12700">
            <a:solidFill>
              <a:srgbClr val="5460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2432304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TECHNIQUE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2688336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Appui agronomique terrain (FAREI)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2871216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Expertise irrigation tropicale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3054096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Accompagnement Bio-Farming Scheme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36592" y="3255264"/>
            <a:ext cx="4206240" cy="237744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3273552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3529584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Acces restaurants / hotels locaux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3712464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Paniers / circuits courts structures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46320" y="3895344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Epiceries fine ou marches bio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36592" y="4096512"/>
            <a:ext cx="4206240" cy="237744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4114800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INSTITUTIONNEL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46320" y="4370832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Mise en reseau territoire Maurice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46320" y="4553712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Visibilite / legitimation projet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46320" y="4736592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Support pedagogie ou communication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01168" y="4828032"/>
            <a:ext cx="8741664" cy="246888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4846320"/>
            <a:ext cx="855878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appui cible au bon moment vaut plus qu'un gros investissement trop tot.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2A5C34"/>
          </a:solidFill>
          <a:ln w="12700">
            <a:solidFill>
              <a:srgbClr val="2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53328" y="0"/>
            <a:ext cx="347472" cy="5143500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57200"/>
            <a:ext cx="1005840" cy="36576"/>
          </a:xfrm>
          <a:prstGeom prst="rect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669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RESUME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Clemencia Garden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un projet mauricien crédible, concret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defensable devant des partenaires serieux.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5394960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743200"/>
            <a:ext cx="1719072" cy="256032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432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Terrain reel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Propriete Kush — actif physique, pas simulé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2743200"/>
            <a:ext cx="1719072" cy="256032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7432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Methode documentee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301752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BPREA + SPIN adapte + traçabilite numerique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2743200"/>
            <a:ext cx="1719072" cy="256032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74320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Profils rares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301752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+ dataviz + IA dans l'Ocean Indien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520440"/>
            <a:ext cx="5394960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118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Prochaines etapes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959352"/>
            <a:ext cx="256032" cy="256032"/>
          </a:xfrm>
          <a:prstGeom prst="ellipse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59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E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593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Decouvrir le site sur place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40280" y="3959352"/>
            <a:ext cx="256032" cy="256032"/>
          </a:xfrm>
          <a:prstGeom prst="ellipse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959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E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39593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 dossier technique complet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69080" y="3959352"/>
            <a:ext cx="256032" cy="256032"/>
          </a:xfrm>
          <a:prstGeom prst="ellipse">
            <a:avLst/>
          </a:prstGeom>
          <a:solidFill>
            <a:srgbClr val="7BAF82"/>
          </a:solidFill>
          <a:ln w="12700">
            <a:solidFill>
              <a:srgbClr val="7BAF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3959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E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39593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ensemble la forme du soutien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663440"/>
            <a:ext cx="5394960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54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clemencia.garden@contact.mu   ·   Kush &amp; Dax   ·   Mai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73952" y="38404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Arpent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473952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reel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48272" y="1344168"/>
            <a:ext cx="1938528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52704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68k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73952" y="2167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phase 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8272" y="2487168"/>
            <a:ext cx="1938528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67004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280-445k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473952" y="3310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previsionnel An 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48272" y="3630168"/>
            <a:ext cx="1938528" cy="36576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81304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AF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/ 50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473952" y="4453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Clemencia Garden — Deck Partenaire 2026</dc:title>
  <dc:subject>PptxGenJS Presentation</dc:subject>
  <dc:creator>Clemencia Garden</dc:creator>
  <cp:lastModifiedBy>Clemencia Garden</cp:lastModifiedBy>
  <cp:revision>1</cp:revision>
  <dcterms:created xsi:type="dcterms:W3CDTF">2026-05-03T08:53:08Z</dcterms:created>
  <dcterms:modified xsi:type="dcterms:W3CDTF">2026-05-03T08:53:08Z</dcterms:modified>
</cp:coreProperties>
</file>